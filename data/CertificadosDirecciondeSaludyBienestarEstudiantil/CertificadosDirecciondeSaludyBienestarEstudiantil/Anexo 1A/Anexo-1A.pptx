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9906000" cy="6858000" type="A4"/>
  <p:notesSz cx="6858000" cy="9144000"/>
  <p:defaultTextStyle>
    <a:defPPr>
      <a:defRPr lang="es-EC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7AE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3" d="100"/>
          <a:sy n="73" d="100"/>
        </p:scale>
        <p:origin x="114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2.xml"/><Relationship Id="rId3" Type="http://schemas.openxmlformats.org/officeDocument/2006/relationships/presProps" Target="presProps.xml"/><Relationship Id="rId7" Type="http://schemas.openxmlformats.org/officeDocument/2006/relationships/customXml" Target="../customXml/item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Relationship Id="rId9" Type="http://schemas.openxmlformats.org/officeDocument/2006/relationships/customXml" Target="../customXml/item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E8A66-0A76-4DB3-AD3A-8664A77B00B6}" type="datetimeFigureOut">
              <a:rPr lang="es-EC" smtClean="0"/>
              <a:t>11/8/2020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D764E-55B4-4620-894B-C9F34D5955C6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42351636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E8A66-0A76-4DB3-AD3A-8664A77B00B6}" type="datetimeFigureOut">
              <a:rPr lang="es-EC" smtClean="0"/>
              <a:t>11/8/2020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D764E-55B4-4620-894B-C9F34D5955C6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967723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E8A66-0A76-4DB3-AD3A-8664A77B00B6}" type="datetimeFigureOut">
              <a:rPr lang="es-EC" smtClean="0"/>
              <a:t>11/8/2020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D764E-55B4-4620-894B-C9F34D5955C6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42424772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E8A66-0A76-4DB3-AD3A-8664A77B00B6}" type="datetimeFigureOut">
              <a:rPr lang="es-EC" smtClean="0"/>
              <a:t>11/8/2020</a:t>
            </a:fld>
            <a:endParaRPr lang="es-EC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D764E-55B4-4620-894B-C9F34D5955C6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0430651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E8A66-0A76-4DB3-AD3A-8664A77B00B6}" type="datetimeFigureOut">
              <a:rPr lang="es-EC" smtClean="0"/>
              <a:t>11/8/2020</a:t>
            </a:fld>
            <a:endParaRPr lang="es-EC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D764E-55B4-4620-894B-C9F34D5955C6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0162550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E8A66-0A76-4DB3-AD3A-8664A77B00B6}" type="datetimeFigureOut">
              <a:rPr lang="es-EC" smtClean="0"/>
              <a:t>11/8/2020</a:t>
            </a:fld>
            <a:endParaRPr lang="es-EC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D764E-55B4-4620-894B-C9F34D5955C6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5524961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E8A66-0A76-4DB3-AD3A-8664A77B00B6}" type="datetimeFigureOut">
              <a:rPr lang="es-EC" smtClean="0"/>
              <a:t>11/8/2020</a:t>
            </a:fld>
            <a:endParaRPr lang="es-EC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D764E-55B4-4620-894B-C9F34D5955C6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1223471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E8A66-0A76-4DB3-AD3A-8664A77B00B6}" type="datetimeFigureOut">
              <a:rPr lang="es-EC" smtClean="0"/>
              <a:t>11/8/2020</a:t>
            </a:fld>
            <a:endParaRPr lang="es-EC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D764E-55B4-4620-894B-C9F34D5955C6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4979927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E8A66-0A76-4DB3-AD3A-8664A77B00B6}" type="datetimeFigureOut">
              <a:rPr lang="es-EC" smtClean="0"/>
              <a:t>11/8/2020</a:t>
            </a:fld>
            <a:endParaRPr lang="es-EC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D764E-55B4-4620-894B-C9F34D5955C6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40041738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E8A66-0A76-4DB3-AD3A-8664A77B00B6}" type="datetimeFigureOut">
              <a:rPr lang="es-EC" smtClean="0"/>
              <a:t>11/8/2020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D764E-55B4-4620-894B-C9F34D5955C6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4635403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E8A66-0A76-4DB3-AD3A-8664A77B00B6}" type="datetimeFigureOut">
              <a:rPr lang="es-EC" smtClean="0"/>
              <a:t>11/8/2020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D764E-55B4-4620-894B-C9F34D5955C6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4849389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6E8A66-0A76-4DB3-AD3A-8664A77B00B6}" type="datetimeFigureOut">
              <a:rPr lang="es-EC" smtClean="0"/>
              <a:t>11/8/2020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5D764E-55B4-4620-894B-C9F34D5955C6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9727387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9906000" cy="1405890"/>
          </a:xfrm>
          <a:prstGeom prst="rect">
            <a:avLst/>
          </a:prstGeom>
          <a:solidFill>
            <a:srgbClr val="77AE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C" sz="1350"/>
          </a:p>
        </p:txBody>
      </p:sp>
      <p:grpSp>
        <p:nvGrpSpPr>
          <p:cNvPr id="10" name="Grupo 9"/>
          <p:cNvGrpSpPr/>
          <p:nvPr/>
        </p:nvGrpSpPr>
        <p:grpSpPr>
          <a:xfrm>
            <a:off x="7385298" y="0"/>
            <a:ext cx="1905000" cy="6300216"/>
            <a:chOff x="7160889" y="0"/>
            <a:chExt cx="1614303" cy="6300216"/>
          </a:xfrm>
        </p:grpSpPr>
        <p:sp>
          <p:nvSpPr>
            <p:cNvPr id="7" name="Rectángulo 6"/>
            <p:cNvSpPr/>
            <p:nvPr/>
          </p:nvSpPr>
          <p:spPr>
            <a:xfrm>
              <a:off x="7160889" y="0"/>
              <a:ext cx="1591056" cy="6300216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s-EC" sz="1350"/>
            </a:p>
          </p:txBody>
        </p:sp>
        <p:sp>
          <p:nvSpPr>
            <p:cNvPr id="6" name="Triángulo isósceles 5"/>
            <p:cNvSpPr/>
            <p:nvPr/>
          </p:nvSpPr>
          <p:spPr>
            <a:xfrm>
              <a:off x="7184136" y="5719572"/>
              <a:ext cx="1591056" cy="576072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s-EC" sz="1350"/>
            </a:p>
          </p:txBody>
        </p:sp>
      </p:grpSp>
      <p:pic>
        <p:nvPicPr>
          <p:cNvPr id="9" name="Imagen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0696" y="4830130"/>
            <a:ext cx="1648482" cy="738566"/>
          </a:xfrm>
          <a:prstGeom prst="rect">
            <a:avLst/>
          </a:prstGeom>
        </p:spPr>
      </p:pic>
      <p:sp>
        <p:nvSpPr>
          <p:cNvPr id="11" name="CuadroTexto 10"/>
          <p:cNvSpPr txBox="1"/>
          <p:nvPr/>
        </p:nvSpPr>
        <p:spPr>
          <a:xfrm>
            <a:off x="0" y="210312"/>
            <a:ext cx="72481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C" b="1" dirty="0" smtClean="0">
                <a:solidFill>
                  <a:schemeClr val="bg1"/>
                </a:solidFill>
              </a:rPr>
              <a:t>Universidad de Investigación de Tecnología Experimental Yachay</a:t>
            </a:r>
            <a:endParaRPr lang="es-EC" b="1" dirty="0">
              <a:solidFill>
                <a:schemeClr val="bg1"/>
              </a:solidFill>
            </a:endParaRPr>
          </a:p>
        </p:txBody>
      </p:sp>
      <p:sp>
        <p:nvSpPr>
          <p:cNvPr id="12" name="CuadroTexto 11"/>
          <p:cNvSpPr txBox="1"/>
          <p:nvPr/>
        </p:nvSpPr>
        <p:spPr>
          <a:xfrm>
            <a:off x="0" y="579644"/>
            <a:ext cx="72481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C" sz="4000" b="1" i="1" dirty="0" smtClean="0">
                <a:solidFill>
                  <a:schemeClr val="bg1"/>
                </a:solidFill>
              </a:rPr>
              <a:t>Certificado</a:t>
            </a:r>
            <a:endParaRPr lang="es-EC" b="1" i="1" dirty="0">
              <a:solidFill>
                <a:schemeClr val="bg1"/>
              </a:solidFill>
            </a:endParaRPr>
          </a:p>
        </p:txBody>
      </p:sp>
      <p:sp>
        <p:nvSpPr>
          <p:cNvPr id="13" name="CuadroTexto 12"/>
          <p:cNvSpPr txBox="1"/>
          <p:nvPr/>
        </p:nvSpPr>
        <p:spPr>
          <a:xfrm>
            <a:off x="393192" y="1664208"/>
            <a:ext cx="66476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C" i="1" dirty="0" smtClean="0"/>
              <a:t>La Dirección de Salud y Bienestar Estudiantil de la Universidad de Investigación de Tecnología Experimental Yachay extiende el presente certificado a:</a:t>
            </a:r>
            <a:endParaRPr lang="es-EC" i="1" dirty="0"/>
          </a:p>
        </p:txBody>
      </p:sp>
      <p:cxnSp>
        <p:nvCxnSpPr>
          <p:cNvPr id="15" name="Conector recto 14"/>
          <p:cNvCxnSpPr/>
          <p:nvPr/>
        </p:nvCxnSpPr>
        <p:spPr>
          <a:xfrm>
            <a:off x="460248" y="2633472"/>
            <a:ext cx="6574536" cy="0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15"/>
          <p:cNvCxnSpPr/>
          <p:nvPr/>
        </p:nvCxnSpPr>
        <p:spPr>
          <a:xfrm>
            <a:off x="460248" y="3535680"/>
            <a:ext cx="6574536" cy="0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uadroTexto 16"/>
          <p:cNvSpPr txBox="1"/>
          <p:nvPr/>
        </p:nvSpPr>
        <p:spPr>
          <a:xfrm>
            <a:off x="537972" y="2807208"/>
            <a:ext cx="6400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C" sz="3200" b="1" dirty="0" smtClean="0"/>
              <a:t>Nombres y Apellidos del Solicitante</a:t>
            </a:r>
            <a:endParaRPr lang="es-EC" b="1" dirty="0"/>
          </a:p>
        </p:txBody>
      </p:sp>
      <p:sp>
        <p:nvSpPr>
          <p:cNvPr id="18" name="Rectángulo 17"/>
          <p:cNvSpPr/>
          <p:nvPr/>
        </p:nvSpPr>
        <p:spPr>
          <a:xfrm>
            <a:off x="0" y="0"/>
            <a:ext cx="9900000" cy="684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19" name="CuadroTexto 18"/>
          <p:cNvSpPr txBox="1"/>
          <p:nvPr/>
        </p:nvSpPr>
        <p:spPr>
          <a:xfrm>
            <a:off x="393192" y="4404360"/>
            <a:ext cx="66476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C" sz="1600" dirty="0" smtClean="0"/>
              <a:t>Por </a:t>
            </a:r>
            <a:r>
              <a:rPr lang="es-EC" sz="1600" i="1" dirty="0" smtClean="0"/>
              <a:t>completar de acuerdo al tipo de certificado específico solicitado</a:t>
            </a:r>
            <a:r>
              <a:rPr lang="es-EC" sz="1600" dirty="0" smtClean="0"/>
              <a:t>.</a:t>
            </a:r>
            <a:endParaRPr lang="es-EC" sz="1600" dirty="0"/>
          </a:p>
        </p:txBody>
      </p:sp>
      <p:sp>
        <p:nvSpPr>
          <p:cNvPr id="20" name="CuadroTexto 19"/>
          <p:cNvSpPr txBox="1"/>
          <p:nvPr/>
        </p:nvSpPr>
        <p:spPr>
          <a:xfrm>
            <a:off x="2075688" y="6464808"/>
            <a:ext cx="32461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C" sz="1200" b="1" dirty="0" smtClean="0"/>
              <a:t>Urcuquí, XX de XXXX del 20XX</a:t>
            </a:r>
            <a:endParaRPr lang="es-EC" sz="1200" b="1" dirty="0"/>
          </a:p>
        </p:txBody>
      </p:sp>
      <p:cxnSp>
        <p:nvCxnSpPr>
          <p:cNvPr id="21" name="Conector recto 20"/>
          <p:cNvCxnSpPr/>
          <p:nvPr/>
        </p:nvCxnSpPr>
        <p:spPr>
          <a:xfrm>
            <a:off x="4333316" y="5839968"/>
            <a:ext cx="2534769" cy="0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uadroTexto 21"/>
          <p:cNvSpPr txBox="1"/>
          <p:nvPr/>
        </p:nvSpPr>
        <p:spPr>
          <a:xfrm>
            <a:off x="4325311" y="5940552"/>
            <a:ext cx="25629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C" sz="1200" b="1" dirty="0" smtClean="0"/>
              <a:t>Director de Salud y Bienestar Estudiantil</a:t>
            </a:r>
            <a:endParaRPr lang="es-EC" sz="1200" b="1" dirty="0"/>
          </a:p>
        </p:txBody>
      </p:sp>
      <p:cxnSp>
        <p:nvCxnSpPr>
          <p:cNvPr id="23" name="Conector recto 22"/>
          <p:cNvCxnSpPr/>
          <p:nvPr/>
        </p:nvCxnSpPr>
        <p:spPr>
          <a:xfrm>
            <a:off x="864692" y="5839968"/>
            <a:ext cx="2534769" cy="0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uadroTexto 23"/>
          <p:cNvSpPr txBox="1"/>
          <p:nvPr/>
        </p:nvSpPr>
        <p:spPr>
          <a:xfrm>
            <a:off x="856687" y="5940552"/>
            <a:ext cx="25629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C" sz="1200" b="1" smtClean="0"/>
              <a:t>Unidad </a:t>
            </a:r>
            <a:r>
              <a:rPr lang="es-EC" sz="1200" b="1" dirty="0" smtClean="0"/>
              <a:t>de XXXXX</a:t>
            </a:r>
            <a:endParaRPr lang="es-EC" sz="1200" b="1" dirty="0"/>
          </a:p>
        </p:txBody>
      </p:sp>
      <p:sp>
        <p:nvSpPr>
          <p:cNvPr id="25" name="CuadroTexto 24"/>
          <p:cNvSpPr txBox="1"/>
          <p:nvPr/>
        </p:nvSpPr>
        <p:spPr>
          <a:xfrm>
            <a:off x="537972" y="367284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C" sz="2400" b="1" dirty="0" smtClean="0"/>
              <a:t>Nombre de la Escuela</a:t>
            </a:r>
            <a:endParaRPr lang="es-EC" b="1" dirty="0"/>
          </a:p>
        </p:txBody>
      </p:sp>
      <p:cxnSp>
        <p:nvCxnSpPr>
          <p:cNvPr id="26" name="Conector recto 25"/>
          <p:cNvCxnSpPr/>
          <p:nvPr/>
        </p:nvCxnSpPr>
        <p:spPr>
          <a:xfrm>
            <a:off x="490866" y="4163568"/>
            <a:ext cx="6573600" cy="0"/>
          </a:xfrm>
          <a:prstGeom prst="line">
            <a:avLst/>
          </a:prstGeom>
          <a:ln w="28575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0545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0758503C180B79408DB858F3B1AC83A4" ma:contentTypeVersion="16" ma:contentTypeDescription="Crear nuevo documento." ma:contentTypeScope="" ma:versionID="51b1a079d926fafd650fb14b9c52f274">
  <xsd:schema xmlns:xsd="http://www.w3.org/2001/XMLSchema" xmlns:xs="http://www.w3.org/2001/XMLSchema" xmlns:p="http://schemas.microsoft.com/office/2006/metadata/properties" xmlns:ns2="51583f38-6b34-4a53-b61a-9b0f1a768265" xmlns:ns3="6fa7b9c8-75da-409b-8aa2-024bd3215a4c" targetNamespace="http://schemas.microsoft.com/office/2006/metadata/properties" ma:root="true" ma:fieldsID="fbe7560f8e6e75e7a931d7b0da14e84d" ns2:_="" ns3:_="">
    <xsd:import namespace="51583f38-6b34-4a53-b61a-9b0f1a768265"/>
    <xsd:import namespace="6fa7b9c8-75da-409b-8aa2-024bd3215a4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1583f38-6b34-4a53-b61a-9b0f1a76826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6" nillable="true" ma:displayName="Location" ma:indexed="true" ma:internalName="MediaServiceLocation" ma:readOnly="true">
      <xsd:simpleType>
        <xsd:restriction base="dms:Text"/>
      </xsd:simpleType>
    </xsd:element>
    <xsd:element name="lcf76f155ced4ddcb4097134ff3c332f" ma:index="18" nillable="true" ma:taxonomy="true" ma:internalName="lcf76f155ced4ddcb4097134ff3c332f" ma:taxonomyFieldName="MediaServiceImageTags" ma:displayName="Etiquetas de imagen" ma:readOnly="false" ma:fieldId="{5cf76f15-5ced-4ddc-b409-7134ff3c332f}" ma:taxonomyMulti="true" ma:sspId="ed24c46a-b909-48e7-9981-7bfb7d9e872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fa7b9c8-75da-409b-8aa2-024bd3215a4c" elementFormDefault="qualified">
    <xsd:import namespace="http://schemas.microsoft.com/office/2006/documentManagement/types"/>
    <xsd:import namespace="http://schemas.microsoft.com/office/infopath/2007/PartnerControls"/>
    <xsd:element name="TaxCatchAll" ma:index="19" nillable="true" ma:displayName="Taxonomy Catch All Column" ma:hidden="true" ma:list="{4b71515e-653e-44d8-be88-bc38976a3819}" ma:internalName="TaxCatchAll" ma:showField="CatchAllData" ma:web="6fa7b9c8-75da-409b-8aa2-024bd3215a4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1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2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1583f38-6b34-4a53-b61a-9b0f1a768265">
      <Terms xmlns="http://schemas.microsoft.com/office/infopath/2007/PartnerControls"/>
    </lcf76f155ced4ddcb4097134ff3c332f>
    <TaxCatchAll xmlns="6fa7b9c8-75da-409b-8aa2-024bd3215a4c" xsi:nil="true"/>
  </documentManagement>
</p:properties>
</file>

<file path=customXml/itemProps1.xml><?xml version="1.0" encoding="utf-8"?>
<ds:datastoreItem xmlns:ds="http://schemas.openxmlformats.org/officeDocument/2006/customXml" ds:itemID="{877C9A8B-9AAB-436F-9ED4-2DF03988D49F}"/>
</file>

<file path=customXml/itemProps2.xml><?xml version="1.0" encoding="utf-8"?>
<ds:datastoreItem xmlns:ds="http://schemas.openxmlformats.org/officeDocument/2006/customXml" ds:itemID="{381DBDFC-7B04-4E99-845C-759AF7631FF5}"/>
</file>

<file path=customXml/itemProps3.xml><?xml version="1.0" encoding="utf-8"?>
<ds:datastoreItem xmlns:ds="http://schemas.openxmlformats.org/officeDocument/2006/customXml" ds:itemID="{9FC7B804-851B-487D-A717-04B98CBC4E41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63</TotalTime>
  <Words>66</Words>
  <Application>Microsoft Office PowerPoint</Application>
  <PresentationFormat>A4 (210 x 297 mm)</PresentationFormat>
  <Paragraphs>9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Lizeth Daniela Reinoso Calero</dc:creator>
  <cp:lastModifiedBy>Diego Ignacio Rueda Paredes</cp:lastModifiedBy>
  <cp:revision>10</cp:revision>
  <dcterms:created xsi:type="dcterms:W3CDTF">2020-07-17T15:56:53Z</dcterms:created>
  <dcterms:modified xsi:type="dcterms:W3CDTF">2020-08-11T20:07:46Z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0x0101000758503C180B79408DB858F3B1AC83A4</vt:lpwstr>
  </property>
</Properties>
</file>